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19 SOX ITGC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2026-10-02T09:37:03.099694Z | Framework ID: 19_SOX_ITGC</a:t>
            </a:r>
          </a:p>
          <a:p>
            <a:r>
              <a:t>Sarbanes-Oxley Act 2002, Section 404, PCAOB AS 2201</a:t>
            </a:r>
          </a:p>
          <a:p>
            <a:r>
              <a:t>PASS — Change Management, Access Controls, Computer Operations, Program Development all covered</a:t>
            </a:r>
          </a:p>
          <a:p>
            <a:r>
              <a:t>COMPLIANT</a:t>
            </a:r>
          </a:p>
          <a:p>
            <a:r>
              <a:t>AIOSS immutable ledger provides SOX-compliant audit trail; Provenance chain covers change management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