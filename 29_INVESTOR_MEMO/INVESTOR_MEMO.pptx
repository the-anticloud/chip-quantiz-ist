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IST | Category: CHIP_QUANTIZATION</a:t>
            </a:r>
          </a:p>
          <a:p>
            <a: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Open-source ballistic calculator for precision rifles without data egress. Cloud-hosted alternatives leak data by architecture; Anticloud FZ LLE delivers IST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IST (https://github.com/robsdevcraft/vapr-ballistics,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